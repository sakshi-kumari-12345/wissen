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F4ADF-EF99-4686-8DD0-54F72D1E9F6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57964-8F23-404E-83B7-2777757A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3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57964-8F23-404E-83B7-2777757A94E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655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1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39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0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37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00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492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08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9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56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44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3C3A2-1AC9-4EFE-9AA7-43D01865679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DC5D2-C2FA-485F-9A7D-5F1A1D2BA5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1184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D108-9658-9BA4-FD15-D38E04D74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169" y="2047780"/>
            <a:ext cx="9144000" cy="2387600"/>
          </a:xfrm>
        </p:spPr>
        <p:txBody>
          <a:bodyPr>
            <a:normAutofit/>
          </a:bodyPr>
          <a:lstStyle/>
          <a:p>
            <a:r>
              <a:rPr lang="en-IN" dirty="0"/>
              <a:t>SEAT BOOKING SYSTEM</a:t>
            </a:r>
            <a:br>
              <a:rPr lang="en-IN" dirty="0"/>
            </a:br>
            <a:r>
              <a:rPr lang="en-IN" dirty="0"/>
              <a:t>Presented by-Sakshi Kumari</a:t>
            </a:r>
          </a:p>
        </p:txBody>
      </p:sp>
    </p:spTree>
    <p:extLst>
      <p:ext uri="{BB962C8B-B14F-4D97-AF65-F5344CB8AC3E}">
        <p14:creationId xmlns:p14="http://schemas.microsoft.com/office/powerpoint/2010/main" val="4239464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5CAE-B7C3-31FD-91AB-8B547DC0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IN" sz="2700" b="1" dirty="0"/>
            </a:br>
            <a:r>
              <a:rPr lang="en-IN" sz="2700" b="1" dirty="0"/>
              <a:t>Mentioned upcoming days for the designated batch users.</a:t>
            </a:r>
            <a:br>
              <a:rPr lang="en-IN" sz="2700" b="1" dirty="0"/>
            </a:br>
            <a:r>
              <a:rPr lang="en-IN" sz="2700" b="1" dirty="0"/>
              <a:t>Buffer timer is allocated for the user’s convenience.</a:t>
            </a:r>
            <a:br>
              <a:rPr lang="en-IN" dirty="0"/>
            </a:br>
            <a:br>
              <a:rPr lang="en-IN" dirty="0"/>
            </a:b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8129CE-C635-3617-F923-FC6DCCF4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6" y="1690688"/>
            <a:ext cx="11953301" cy="508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3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1146-0D32-E580-2338-8B3A1B10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Designated seat allocation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A59AED-BB78-C96D-5D7A-FADFCF309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0565"/>
            <a:ext cx="12192000" cy="509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9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1C91-F3B6-7725-B273-2D16F4EE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 seat allocation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181434-983A-6A31-321B-A34778BB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5925"/>
            <a:ext cx="12192000" cy="50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8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5ED9-ABE4-2326-F1BB-E5CC49A5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for the bookings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1ED8C-FD5B-F70E-081B-492F34A8C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49" y="1531878"/>
            <a:ext cx="11953301" cy="510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2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54AA-4DC4-3017-67D2-384637ED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for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A8889-D755-9D96-CD75-003678E20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311"/>
            <a:ext cx="12192000" cy="485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1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6F37A-0735-4E46-0607-31F5C5F1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86" y="1355075"/>
            <a:ext cx="8489413" cy="4274544"/>
          </a:xfrm>
        </p:spPr>
        <p:txBody>
          <a:bodyPr>
            <a:noAutofit/>
          </a:bodyPr>
          <a:lstStyle/>
          <a:p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335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</TotalTime>
  <Words>45</Words>
  <Application>Microsoft Office PowerPoint</Application>
  <PresentationFormat>Widescreen</PresentationFormat>
  <Paragraphs>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SEAT BOOKING SYSTEM Presented by-Sakshi Kumari</vt:lpstr>
      <vt:lpstr> Mentioned upcoming days for the designated batch users. Buffer timer is allocated for the user’s convenience.  </vt:lpstr>
      <vt:lpstr>Designated seat allocation</vt:lpstr>
      <vt:lpstr>Buffer seat allocation</vt:lpstr>
      <vt:lpstr>Database for the bookings</vt:lpstr>
      <vt:lpstr>Database for users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Kumari</dc:creator>
  <cp:lastModifiedBy>Sakshi Kumari</cp:lastModifiedBy>
  <cp:revision>1</cp:revision>
  <dcterms:created xsi:type="dcterms:W3CDTF">2026-02-26T09:07:26Z</dcterms:created>
  <dcterms:modified xsi:type="dcterms:W3CDTF">2026-02-26T09:30:46Z</dcterms:modified>
</cp:coreProperties>
</file>